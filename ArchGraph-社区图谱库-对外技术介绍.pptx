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大家好，今天我向大家介绍 ArchGraph 社区图谱库这个项目。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一句话概括：我们正在做的事情，是让每个 Agent 项目积累的架构知识，不再锁在各自的仓库里，而是变成整个组织可以复用的公共资产。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整套体系基于 ArchiMate 3.2 意图图建模，采用联邦制架构，通过标准 MCP 接口服务化，并且支持一条命令一键部署到任何服务器。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先看我们要解决的问题。现在每个 Agent 项目都有自己的意图图、自己的 Agent 配置、自己的规则和长期记忆，但这些知识完全是孤岛。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 A 设计好的总管 Agent 能力模型，项目 B 看不到、用不了；项目 C 踩过的治理坑，其他项目还要再踩一遍。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我们把这个状态叫做"图隔离"——跨项目消息能通，但身份、记忆和架构模式都不流通。结果就是每开一个新项目，都要从零搭一遍架构。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对应这三个痛点，我们设了三个目标。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第一，打破图隔离——不是把所有项目合并成一张大图，而是建立联邦制的身份和授权机制，让项目之间可以按规则互相读取开放的部分。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第二，架构子图复用——把那些有独立复用价值的架构片段，比如某个 Agent 的能力模型、某套治理规则，从完整图里裁出来，变成可以被新项目直接获取的资产。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第三，统一架构语言——全社区都用 ArchiMate 3.2 建模，提交时自动做 schema 校验，保证语义一致，不会出现"同一张图不同画法"的问题。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这是整套方案的核心架构图，我用"国家联邦"这个比喻来解释。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左边是各个联邦成员项目——每个项目都是自治的"国家"，各自维护自己的意图图，是知识的事实源。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中间是联邦注册中心——它不存成员的内容副本，只存三样东西：成员身份、开放内容清单的引用、授权关系。另外它还托管经成员审核发布的图谱可用性副本，供跨项目查询。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右边是沉淀下来的共享架构资产——能力子图、治理子图、角色子图，新项目可以直接获取复用。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最关键的一条原则：内容主权始终归成员，中心只是注册和托管，不会去改写成员自己的仓库。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先讲第一个核心机制——联邦注册中心。它的设计原则非常克制：只管身份和授权，不碰内容。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左边是中心持久化存储的东西：成员身份登记，包括 projectId、职责描述、能力清单、开放内容的引用；以及授权关系，谁授权谁访问哪些内容。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右边是中心明确不存的东西：成员的意图图内容副本、运行时数据、私有知识，一概不存。开放内容走引用，不复制。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对外暴露的是一组 MCP 工具：discover 发现成员、authorize 显式授权、read 授权后按引用读取。默认拒绝，必须显式授权才能读。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第二个核心机制是跨项目图谱查询。为什么需要它？因为纯引用模式要求成员双方都在线，可用性不够。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所以我们设计了托管副本机制：成员仓 push/merge 审核发布后，中心的镜像引擎把它投影到独立的 Neo4j database，同时用 Qwen embedding 做向量化。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消费方项目通过 graph_read_external 接口查询，按 projectId 路由到对应命名空间，支持语义检索和 Cypher 查询。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几个关键设计：一成员一个独立 Neo4j database，存储、投影、向量三层都隔离，天然防止跨图数据泄漏；副本按 git 版本幂等同步，成员仓始终是事实源；未授权默认拒绝，授权后才能读。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这套链路已经在生产环境跑通了 16 个端到端用例。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第三个机制是 AI 组织资产目录。我们把组织级可复用的资产分成五类：AGENT、SKILL、RULE、HOOKS、KNOWLEDGE。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每一类都有具体例子：AGENT 比如项目总管 Agent 的配置；SKILL 比如代码审查技能；RULE 比如端到端验收规则；HOOKS 比如 lint 门禁；KNOWLEDGE 比如治理模式子图。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关键设计：图谱里只存目录和元数据，资产本体留在各项目仓库。这样既保证了可发现、可追溯，又不侵犯项目主权。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新项目开工第一步就是查这个目录，需要什么直接获取，不用从零搭一遍。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这是完整的技术栈，分四层。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接入层是 Nginx 反代，网站和 MCP 接口必须同源部署，这是部署时的硬约束。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服务层跑两个东西：Graph Store 服务，暴露所有 MCP 工具和 REST 接口；还有社区网站，给人看的联邦成员页和资产浏览。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引擎层复用现成的 ARGO 镜像引擎，负责把成员仓的图谱投影到 Neo4j 并做向量化，不用自己写索引。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存储层是 Neo4j Enterprise，关键是用多数据库特性实现一成员一个独立 DB；向量用 Qwen embedding，1024 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整套东西打包成 NPM 包 graph-store，npm i -g 之后一条命令就能部署到任意服务器。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这不是一个还在 PPT 阶段的项目，核心链路已经在生产环境跑通了。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目前已经注册了 2 个联邦成员，沉淀了 10 张共享图谱资产。跨项目查询的 16 个端到端用例全部在云端生产环境跑绿。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部署方面，打包成了 NPM 包，一条命令就能把完整服务栈部署到任何服务器。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已交付的能力包括四块：联邦注册中心、跨项目图谱查询、AI 组织资产目录、一键部署工具。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这个项目的价值可以从两个视角看。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对项目开发者：最大的好处是新项目开工不用从零搭架构，直接从社区获取成熟的 Agent 能力子图和治理规则；跨项目语义检索能快速找到可复用的东西；所有复用都有 sourceRepo 和 sourceCommit 可追溯；本地开发体验几乎不变，只是查询时多了个可选参数。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对技术管理者：架构知识不再锁在单个项目仓库里，不会因为人员流动而流失；全组织统一用 ArchiMate 3.2 建模，跨项目对齐有据可依；最关键的是，内容主权始终归项目，中心不搞强制接管，推行阻力很小；而且一键部署，任何环境几分钟就能搭起来。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接入非常简单，分三步。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第一步，配置远程 MCP——在你的 MCP 客户端配置文件里加一段 remote 配置，指向中心地址，就像配一个普通 MCP 服务一样。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第二步，注册联邦身份——先用 registry_discover 看看现有成员，然后注册自己的 projectId，中心确认全局唯一后写回本地配置文件。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第三步，开始用——graph_list 浏览社区资产，graph_get 获取你需要的子图；也可以把自己项目里有复用价值的部分裁出来，graph_submit 贡献回去。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整个过程不需要改你的本地开发习惯，所有操作都是标准 MCP 工具调用。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总结一下：ArchGraph 社区图谱库要做的，就是让每个项目沉淀的架构知识不再是孤岛。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通过联邦制的架构——项目保持自治，中心只管身份和授权——我们既实现了知识的跨项目流通，又不侵犯任何项目的内容主权。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目前核心链路已经在生产环境跑通，你可以直接访问线上联邦成员页看看效果，也可以用 graph-store 这个 NPM 包，几分钟部署一套属于你自己的中心。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欢迎大家贡献自己的架构子图，也欢迎试用后反馈。谢谢大家。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14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ARCHGRAPH COMMUNITY · 对外技术介绍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905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ArchGraph 社区图谱库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30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让每个 Agent 项目的架构知识成为社区公共资产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16026" y="456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495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ArchiMate 3.2 意图图 · 联邦制架构 · MCP 服务化 · 一键部署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6096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微软雅黑"/>
                <a:ea typeface="微软雅黑"/>
                <a:cs typeface="微软雅黑"/>
                <a:sym typeface="微软雅黑"/>
              </a:rPr>
              <a:t>2026 · graph-wiki 项目组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01 · 问题背景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 Agent 项目的架构知识都困在自己的仓库里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270000" y="2413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3970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项目 A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97000" y="3048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自己的意图图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 Agent 配置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自己的规则和记忆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与其他项目零共享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2413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9530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项目 B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953000" y="3048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自己的意图图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 Agent 配置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自己的规则和记忆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与其他项目零共享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82000" y="2413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5090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项目 C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509000" y="3048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自己的意图图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 Agent 配置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自己的规则和记忆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与其他项目零共享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270000" y="4826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痛点：身份不共享 · 记忆不流通 · 架构模式重复造轮子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270000" y="5334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各项目 ARGO 图相互隔离——跨项目消息可达，但没有共享身份、没有可复用的架构子图。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每启动一个新项目，都要从零开始设计 Agent 能力、角色分工和治理规则。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02 · 关键目标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三个目标：让架构知识从"项目私有"变成"组织公共"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032000" y="2286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打破图隔离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032000" y="27305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建立跨项目的联邦身份与知识流通通道，让项目之间可以按授权互相读取开放的架构子图。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3486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3746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032000" y="37465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架构子图复用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032000" y="41910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把能力子图、角色子图、治理子图沉淀为独立可复用资产，新项目开工即可获取，不用从零设计。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94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5207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032000" y="5207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统一架构语言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032000" y="56515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全社区统一使用 ArchiMate 3.2 意图图建模，写入即 schema 校验，保证跨项目语义一致。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03 · 主体方案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联邦制架构：每个项目是自治"国家"，组织是"联邦"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联邦成员（自治项目）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3000" y="2641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ArchGraph 框架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143000" y="2921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本地意图图 · 事实源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143000" y="3530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SOC-DEMO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43000" y="3810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本地意图图 · 事实源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318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143000" y="4419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更多项目 ...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3000" y="4699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微软雅黑"/>
                <a:ea typeface="微软雅黑"/>
                <a:cs typeface="微软雅黑"/>
                <a:sym typeface="微软雅黑"/>
              </a:rPr>
              <a:t>可自注册加入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2540000"/>
            <a:ext cx="2794000" cy="2540000"/>
          </a:xfrm>
          <a:prstGeom prst="roundRect">
            <a:avLst>
              <a:gd name="adj" fmla="val 400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953000" y="2730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联邦注册中心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4953000" y="3175000"/>
            <a:ext cx="2540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· 成员身份登记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· 开放内容清单引用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· 授权关系管理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· 可用性副本托管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· 跨项目查询接口</a:t>
            </a:r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636000" y="2159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共享架构资产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0" y="2540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763000" y="2641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能力子图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763000" y="2921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Agent 能力模型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636000" y="3429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763000" y="3530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治理子图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8763000" y="3810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规则 / 流程 / 门禁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36000" y="4318000"/>
            <a:ext cx="2540000" cy="698500"/>
          </a:xfrm>
          <a:prstGeom prst="roundRect">
            <a:avLst>
              <a:gd name="adj" fmla="val 10909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8763000" y="4419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角色子图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763000" y="4699000"/>
            <a:ext cx="228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Business Actor 协作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1364481" flipH="false" flipV="false">
            <a:off x="3499810" y="3149612"/>
            <a:ext cx="13824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9" id="29"/>
          <p:cNvCxnSpPr/>
          <p:nvPr/>
        </p:nvCxnSpPr>
        <p:spPr>
          <a:xfrm rot="68740" flipH="false" flipV="false">
            <a:off x="3555746" y="3784601"/>
            <a:ext cx="127057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0" id="30"/>
          <p:cNvCxnSpPr/>
          <p:nvPr/>
        </p:nvCxnSpPr>
        <p:spPr>
          <a:xfrm rot="-1250508" flipH="false" flipV="false">
            <a:off x="3513956" y="4419590"/>
            <a:ext cx="13541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4A3B8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cxnSp>
        <p:nvCxnSpPr>
          <p:cNvPr name="Connector 31" id="31"/>
          <p:cNvCxnSpPr/>
          <p:nvPr/>
        </p:nvCxnSpPr>
        <p:spPr>
          <a:xfrm rot="-596206" flipH="false" flipV="false">
            <a:off x="7613375" y="2959094"/>
            <a:ext cx="10293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2" id="32"/>
          <p:cNvCxnSpPr/>
          <p:nvPr/>
        </p:nvCxnSpPr>
        <p:spPr>
          <a:xfrm rot="-171794" flipH="false" flipV="false">
            <a:off x="7619683" y="3784599"/>
            <a:ext cx="101671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3" id="33"/>
          <p:cNvCxnSpPr/>
          <p:nvPr/>
        </p:nvCxnSpPr>
        <p:spPr>
          <a:xfrm rot="257232" flipH="false" flipV="false">
            <a:off x="7618098" y="4610103"/>
            <a:ext cx="10198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34" id="34"/>
          <p:cNvSpPr txBox="true"/>
          <p:nvPr/>
        </p:nvSpPr>
        <p:spPr>
          <a:xfrm rot="0" flipH="false" flipV="false">
            <a:off x="1016000" y="558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核心原则：内容主权归成员，中心不擅自改写成员仓；开放内容走引用，经审核后中心托管可用性副本供跨项目查询。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04 · 核心机制一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联邦注册中心：只管身份和授权，不碰成员内容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22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中心持久化存储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305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06500" y="28575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Members · 成员身份登记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206500" y="31496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projectId / 职责描述 / 能力清单 / 开放内容引用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83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206500" y="38100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Grants · 授权关系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206500" y="41021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grantor → grantee，开放哪些内容，默认拒绝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50000" y="2222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中心不存储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730500"/>
            <a:ext cx="4826000" cy="1714500"/>
          </a:xfrm>
          <a:prstGeom prst="roundRect">
            <a:avLst>
              <a:gd name="adj" fmla="val 4444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8717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40500" y="2921000"/>
            <a:ext cx="444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991B1B"/>
                </a:solidFill>
                <a:latin typeface="微软雅黑"/>
                <a:ea typeface="微软雅黑"/>
                <a:cs typeface="微软雅黑"/>
                <a:sym typeface="微软雅黑"/>
              </a:rPr>
              <a:t>× 成员意图图的内容副本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991B1B"/>
                </a:solidFill>
                <a:latin typeface="微软雅黑"/>
                <a:ea typeface="微软雅黑"/>
                <a:cs typeface="微软雅黑"/>
                <a:sym typeface="微软雅黑"/>
              </a:rPr>
              <a:t>× 成员的运行时数据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991B1B"/>
                </a:solidFill>
                <a:latin typeface="微软雅黑"/>
                <a:ea typeface="微软雅黑"/>
                <a:cs typeface="微软雅黑"/>
                <a:sym typeface="微软雅黑"/>
              </a:rPr>
              <a:t>× 成员的私有知识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991B1B"/>
                </a:solidFill>
                <a:latin typeface="微软雅黑"/>
                <a:ea typeface="微软雅黑"/>
                <a:cs typeface="微软雅黑"/>
                <a:sym typeface="微软雅黑"/>
              </a:rPr>
              <a:t>× 任何成员没有主动开放的东西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4953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暴露的 MCP 工具（P0 只读）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539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registry_discover（发现成员） · registry_authorize（显式授权） · registry_read（授权后按引用读取）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自注册 / 自注销 · 成员仓仍是事实源 · 中心不改写成员数据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05 · 核心机制二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跨项目图谱查询：托管副本 + 命名空间隔离 + 向量检索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1905000" cy="127000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273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成员项目仓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89000" y="3111500"/>
            <a:ext cx="165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Git 托管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事实源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push/merge 审核发布</a:t>
            </a:r>
          </a:p>
        </p:txBody>
      </p:sp>
      <p:cxnSp>
        <p:nvCxnSpPr>
          <p:cNvPr name="Connector 8" id="8"/>
          <p:cNvCxnSpPr/>
          <p:nvPr/>
        </p:nvCxnSpPr>
        <p:spPr>
          <a:xfrm rot="-49107" flipH="false" flipV="false">
            <a:off x="2667045" y="3168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2730500" y="2857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mirror_sync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413000"/>
            <a:ext cx="2540000" cy="1524000"/>
          </a:xfrm>
          <a:prstGeom prst="roundRect">
            <a:avLst>
              <a:gd name="adj" fmla="val 500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746500" y="2603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镜像引擎（中心侧）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746500" y="2984500"/>
            <a:ext cx="215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ARGO 引擎投影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Neo4j Enterprise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Qwen Embedding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一成员一独立 database</a:t>
            </a:r>
          </a:p>
        </p:txBody>
      </p:sp>
      <p:cxnSp>
        <p:nvCxnSpPr>
          <p:cNvPr name="Connector 13" id="13"/>
          <p:cNvCxnSpPr/>
          <p:nvPr/>
        </p:nvCxnSpPr>
        <p:spPr>
          <a:xfrm rot="-49107" flipH="false" flipV="false">
            <a:off x="6096045" y="3168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985000" y="2540000"/>
            <a:ext cx="2032000" cy="1270000"/>
          </a:xfrm>
          <a:prstGeom prst="roundRect">
            <a:avLst>
              <a:gd name="adj" fmla="val 6000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112000" y="27305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查询接口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112000" y="3111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MCP graph_read_external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REST POST /graph/read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授权后只读</a:t>
            </a:r>
          </a:p>
        </p:txBody>
      </p:sp>
      <p:cxnSp>
        <p:nvCxnSpPr>
          <p:cNvPr name="Connector 17" id="17"/>
          <p:cNvCxnSpPr/>
          <p:nvPr/>
        </p:nvCxnSpPr>
        <p:spPr>
          <a:xfrm rot="-49107" flipH="false" flipV="false">
            <a:off x="9017045" y="3168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9906000" y="2540000"/>
            <a:ext cx="1651000" cy="127000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033000" y="2730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消费方项目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033000" y="3111500"/>
            <a:ext cx="139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语义检索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Cypher 查询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按 projectId 路由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4318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关键设计决策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16000" y="47625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命名空间三隔离</a:t>
            </a: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：存储 / 投影 / 向量都按 projectId 隔离，查询不跨图 join，天然防止数据泄漏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成员仓仍是事实源</a:t>
            </a: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：中心副本按 git 版本幂等同步，不改写成员仓，注销即清理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授权前置</a:t>
            </a: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：未授权默认拒绝；授权后才返回托管副本的查询结果与版本号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</a:t>
            </a:r>
            <a:r>
              <a:rPr lang="en-US" b="tru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E2E 云端验收</a:t>
            </a: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：已在生产环境跑通 16/16 端到端用例（注册/同步/拒绝/授权/读取/隔离/清理）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06 · 核心机制三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AI 组织资产目录：开工即取，不用从零搭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1968500" cy="2286000"/>
          </a:xfrm>
          <a:prstGeom prst="roundRect">
            <a:avLst>
              <a:gd name="adj" fmla="val 387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2603500"/>
            <a:ext cx="171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AGENT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89000" y="3111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可复用的 Agent 配置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类型 / 工具 / 指令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例如：项目总管 Agent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2413000"/>
            <a:ext cx="1968500" cy="2286000"/>
          </a:xfrm>
          <a:prstGeom prst="roundRect">
            <a:avLst>
              <a:gd name="adj" fmla="val 387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48000" y="2603500"/>
            <a:ext cx="171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SKILL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048000" y="3111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可复用的技能定义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 / 指令 / 资源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例如：PR 审查 Skill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0" y="2413000"/>
            <a:ext cx="1968500" cy="2286000"/>
          </a:xfrm>
          <a:prstGeom prst="roundRect">
            <a:avLst>
              <a:gd name="adj" fmla="val 387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207000" y="2603500"/>
            <a:ext cx="171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RULE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207000" y="3111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跨项目治理规则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约束 / 门禁 / 规范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例如：端到端验收规则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39000" y="2413000"/>
            <a:ext cx="1968500" cy="2286000"/>
          </a:xfrm>
          <a:prstGeom prst="roundRect">
            <a:avLst>
              <a:gd name="adj" fmla="val 387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366000" y="2603500"/>
            <a:ext cx="171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HOOKS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366000" y="3111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生命周期钩子脚本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pre-commit / post-step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例如：lint 门禁 Hook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98000" y="2413000"/>
            <a:ext cx="2032000" cy="2286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525000" y="26035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KNOWLEDGE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525000" y="3111500"/>
            <a:ext cx="177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可复用知识库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文档 / 数据 / 模式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例如：治理模式子图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" y="520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图谱只存目录与元数据（名称 / 类型 / 版本 / 来源项目 / commit / 获取路径），资产本体留在各项目仓库。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新项目开工前先查目录，需要什么直接获取，不用每个项目重新造一遍 Agent 和规则。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07 · 技术栈全景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一条命令部署完整服务栈：MCP + 网站 + 引擎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接入层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413000" y="2095500"/>
            <a:ext cx="8763000" cy="571500"/>
          </a:xfrm>
          <a:prstGeom prst="roundRect">
            <a:avLst>
              <a:gd name="adj" fmla="val 8888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603500" y="2222500"/>
            <a:ext cx="838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Nginx 反向代理（同源：/archgraph/ → 网站，/mcp · /graph/read · /health → 服务）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2921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服务层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13000" y="2857500"/>
            <a:ext cx="4254500" cy="825500"/>
          </a:xfrm>
          <a:prstGeom prst="roundRect">
            <a:avLst>
              <a:gd name="adj" fmla="val 6153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603500" y="2984500"/>
            <a:ext cx="3873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Graph Store 服务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603500" y="3302000"/>
            <a:ext cx="3873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graph_list/get/submit/update · registry · mirror_sync · graph_read_external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21500" y="2857500"/>
            <a:ext cx="4254500" cy="825500"/>
          </a:xfrm>
          <a:prstGeom prst="roundRect">
            <a:avLst>
              <a:gd name="adj" fmla="val 6153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112000" y="2984500"/>
            <a:ext cx="3873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社区网站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112000" y="3302000"/>
            <a:ext cx="3873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联邦成员页 · 图谱资产浏览 · 文档入口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3937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引擎层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413000" y="3873500"/>
            <a:ext cx="8763000" cy="825500"/>
          </a:xfrm>
          <a:prstGeom prst="roundRect">
            <a:avLst>
              <a:gd name="adj" fmla="val 6153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2603500" y="4000500"/>
            <a:ext cx="838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ARGO 镜像引擎（复用 argo-argo@0.26.2）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603500" y="4318000"/>
            <a:ext cx="838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initializeWorkspace · Neo4j 投影 · .qea 全量投影 · semanticLifecycle embedding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4953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存储层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413000" y="4889500"/>
            <a:ext cx="4254500" cy="698500"/>
          </a:xfrm>
          <a:prstGeom prst="roundRect">
            <a:avLst>
              <a:gd name="adj" fmla="val 7272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2603500" y="5016500"/>
            <a:ext cx="3873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Neo4j Enterprise 5.26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2603500" y="5295900"/>
            <a:ext cx="3873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多数据库 · 一成员一独立 DB · 命名空间隔离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21500" y="4889500"/>
            <a:ext cx="4254500" cy="698500"/>
          </a:xfrm>
          <a:prstGeom prst="roundRect">
            <a:avLst>
              <a:gd name="adj" fmla="val 7272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112000" y="5016500"/>
            <a:ext cx="3873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Qwen Embedding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112000" y="5295900"/>
            <a:ext cx="3873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rPr>
              <a:t>qwen3.7-text-embedding · 1024 维 · 语义检索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交付方式：NPM 包 graph-store · npm i -g graph-store · 一条命令部署到任意 Linux 服务器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08 · Outcome · 已交付成果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不是 PPT 项目——核心链路已在生产环境跑通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413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365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联邦成员已注册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683000" y="2413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10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683000" y="3365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张共享图谱资产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2413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16/16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3365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E2E 云端用例全绿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9017000" y="24130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1 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017000" y="33655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命令完成部署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1016000" y="4318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已交付能力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47625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联邦注册中心：注册 / 发现 / 授权 / 授权后读取，全部 MCP 工具化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跨项目图谱查询：托管副本投影 + Qwen 向量化 + 命名空间三隔离，生产 E2E 通过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AI 组织资产目录：AGENT / SKILL / RULE / HOOKS / KNOWLEDGE 五类资产元数据登记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graph-store NPM 包：一键安装部署 Graph Store + 网站 + 镜像引擎 + 定时重同步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09 · 价值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对开发者和组织，分别意味着什么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对项目开发者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857500"/>
            <a:ext cx="4826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新项目开工即可获取成熟的 Agent 能力子图，不用从零设计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跨项目语义检索，快速找到可复用的治理模式和规则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sourceRepo + sourceCommit 全链路可追溯，复用有依据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本地开发体验不变，只是查询工具多了一个可选 projectId 参数</a:t>
            </a:r>
          </a:p>
        </p:txBody>
      </p:sp>
      <p:cxnSp>
        <p:nvCxnSpPr>
          <p:cNvPr name="Connector 7" id="7"/>
          <p:cNvCxnSpPr/>
          <p:nvPr/>
        </p:nvCxnSpPr>
        <p:spPr>
          <a:xfrm rot="5387722" flipH="false" flipV="false">
            <a:off x="4445000" y="4057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6731000" y="228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微软雅黑"/>
                <a:ea typeface="微软雅黑"/>
                <a:cs typeface="微软雅黑"/>
                <a:sym typeface="微软雅黑"/>
              </a:rPr>
              <a:t>对技术管理者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731000" y="2857500"/>
            <a:ext cx="4445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架构知识从项目私有变成组织公共资产，不再随人员流动流失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统一 ArchiMate 3.2 建模语言，跨项目架构对齐有据可依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内容主权归项目，中心不强制接管，治理阻力小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· 一键部署，新环境搭一套中心服务只要几分钟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微软雅黑"/>
                <a:ea typeface="微软雅黑"/>
                <a:cs typeface="微软雅黑"/>
                <a:sym typeface="微软雅黑"/>
              </a:rPr>
              <a:t>10 · 如何接入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微软雅黑"/>
                <a:ea typeface="微软雅黑"/>
                <a:cs typeface="微软雅黑"/>
                <a:sym typeface="微软雅黑"/>
              </a:rPr>
              <a:t>三步接入：配置 MCP → 注册身份 → 开始查询和贡献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270000" y="2540000"/>
            <a:ext cx="635000" cy="635000"/>
          </a:xfrm>
          <a:prstGeom prst="ellipse">
            <a:avLst/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70000" y="26416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159000" y="25400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配置远程 MCP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159000" y="2984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在 opencode.json / MCP 客户端加一段 remote 配置，指向中心地址即可。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5588063" y="28511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477000" y="2540000"/>
            <a:ext cx="635000" cy="635000"/>
          </a:xfrm>
          <a:prstGeom prst="ellipse">
            <a:avLst/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477000" y="26416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366000" y="2540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注册联邦身份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366000" y="2984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registry_discover 看现有成员，注册自己的 projectId，写本地 .argo/federation.json。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0" flipH="false" flipV="false">
            <a:off x="3175000" y="3810000"/>
            <a:ext cx="3810000" cy="10160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826000" y="5080000"/>
            <a:ext cx="635000" cy="635000"/>
          </a:xfrm>
          <a:prstGeom prst="ellipse">
            <a:avLst/>
          </a:prstGeom>
          <a:solidFill>
            <a:srgbClr val="0070B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826000" y="51816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715000" y="50800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172A"/>
                </a:solidFill>
                <a:latin typeface="微软雅黑"/>
                <a:ea typeface="微软雅黑"/>
                <a:cs typeface="微软雅黑"/>
                <a:sym typeface="微软雅黑"/>
              </a:rPr>
              <a:t>查询子图 / 贡献子图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715000" y="5524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graph_list 浏览资产，graph_get 获取子图；裁剪自己的意图图后 graph_submit 贡献。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C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52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3C5FD"/>
                </a:solidFill>
                <a:latin typeface="微软雅黑"/>
                <a:ea typeface="微软雅黑"/>
                <a:cs typeface="微软雅黑"/>
                <a:sym typeface="微软雅黑"/>
              </a:rPr>
              <a:t>11 · 下一步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让架构知识流动起来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每个项目贡献一块架构子图，整个组织就有了可复用的架构资产库。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5207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FDBFE"/>
                </a:solidFill>
                <a:latin typeface="微软雅黑"/>
                <a:ea typeface="微软雅黑"/>
                <a:cs typeface="微软雅黑"/>
                <a:sym typeface="微软雅黑"/>
              </a:rPr>
              <a:t>在线体验：argo.derekworkspacev5.com/archgraph/federation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C5FD"/>
                </a:solidFill>
                <a:latin typeface="微软雅黑"/>
                <a:ea typeface="微软雅黑"/>
                <a:cs typeface="微软雅黑"/>
                <a:sym typeface="微软雅黑"/>
              </a:rPr>
              <a:t>NPM 包：graph-store · 一条命令部署属于你自己的联邦中心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